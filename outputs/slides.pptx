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82828"/>
                </a:solidFill>
              </a:defRPr>
            </a:pPr>
            <a:r>
              <a:t>Section 1</a:t>
            </a:r>
          </a:p>
        </p:txBody>
      </p:sp>
      <p:sp>
        <p:nvSpPr>
          <p:cNvPr id="3" name="Content Placeholder 2"/>
          <p:cNvSpPr>
            <a:spLocks noGrp="1"/>
          </p:cNvSpPr>
          <p:nvPr>
            <p:ph idx="1"/>
          </p:nvPr>
        </p:nvSpPr>
        <p:spPr/>
        <p:txBody>
          <a:bodyPr/>
          <a:lstStyle/>
          <a:p>
            <a:pPr>
              <a:defRPr sz="1800">
                <a:solidFill>
                  <a:srgbClr val="3C3C3C"/>
                </a:solidFill>
              </a:defRPr>
            </a:pPr>
            <a:r>
              <a:t>MAULI PATEL Ahmedabad, India | +91 9173543030 | maulipatel18112003@gmail.com LinkedIn: linkedin.com/in/itsmemauliii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82828"/>
                </a:solidFill>
              </a:defRPr>
            </a:pPr>
            <a:r>
              <a:t>Freelance Data Partner at TELUS International and AI Agent Assistant at Mindrift, with hands-on experience</a:t>
            </a:r>
          </a:p>
        </p:txBody>
      </p:sp>
      <p:sp>
        <p:nvSpPr>
          <p:cNvPr id="3" name="Content Placeholder 2"/>
          <p:cNvSpPr>
            <a:spLocks noGrp="1"/>
          </p:cNvSpPr>
          <p:nvPr>
            <p:ph idx="1"/>
          </p:nvPr>
        </p:nvSpPr>
        <p:spPr/>
        <p:txBody>
          <a:bodyPr/>
          <a:lstStyle/>
          <a:p>
            <a:pPr>
              <a:defRPr sz="1800">
                <a:solidFill>
                  <a:srgbClr val="3C3C3C"/>
                </a:solidFill>
              </a:defRPr>
            </a:pPr>
            <a:r>
              <a:t>in data labeling, evaluation, and prompt engineering. Skilled in refining AI models and transforming raw data into human-centric insights through analytics, visualization, and storytelling.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82828"/>
                </a:solidFill>
              </a:defRPr>
            </a:pPr>
            <a:r>
              <a:t>WORK EXPERIENCE</a:t>
            </a:r>
          </a:p>
        </p:txBody>
      </p:sp>
      <p:sp>
        <p:nvSpPr>
          <p:cNvPr id="3" name="Content Placeholder 2"/>
          <p:cNvSpPr>
            <a:spLocks noGrp="1"/>
          </p:cNvSpPr>
          <p:nvPr>
            <p:ph idx="1"/>
          </p:nvPr>
        </p:nvSpPr>
        <p:spPr/>
        <p:txBody>
          <a:bodyPr/>
          <a:lstStyle/>
          <a:p>
            <a:pPr>
              <a:defRPr sz="1800">
                <a:solidFill>
                  <a:srgbClr val="3C3C3C"/>
                </a:solidFill>
              </a:defRPr>
            </a:pPr>
            <a:r>
              <a:t>Freelance Data Partner TELUS Digital AI Data Solutions · Freelance | Remote | Sept 2025 - Present As a Freelance Data Partner at TELUS International, I contribute to AI model development through detailed video annotation, data labeling, and quality evaluation. My role involves identifying key frames, tagging visual elements, and performing multimodal labeling across text, image, and video data. I ensure each dataset upholds strict accuracy, consistency, and ethical standards, while also conducting platform testing and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82828"/>
                </a:solidFill>
              </a:defRPr>
            </a:pPr>
            <a:r>
              <a:t>providing actionable feedback to improve annotation tools and workflows. This experience sharpens both my</a:t>
            </a:r>
          </a:p>
        </p:txBody>
      </p:sp>
      <p:sp>
        <p:nvSpPr>
          <p:cNvPr id="3" name="Content Placeholder 2"/>
          <p:cNvSpPr>
            <a:spLocks noGrp="1"/>
          </p:cNvSpPr>
          <p:nvPr>
            <p:ph idx="1"/>
          </p:nvPr>
        </p:nvSpPr>
        <p:spPr/>
        <p:txBody>
          <a:bodyPr/>
          <a:lstStyle/>
          <a:p>
            <a:pPr>
              <a:defRPr sz="1800">
                <a:solidFill>
                  <a:srgbClr val="3C3C3C"/>
                </a:solidFill>
              </a:defRPr>
            </a:pPr>
            <a:r>
              <a:t>technical precision and my ability to make AI systems more reliable and context-aware. Freelance AI Agent Assistant Mindrift · Freelance | Freelance | Remote | Oct 2025 - Present As a Freelance AI Agent Assistant, I train, test, and refine conversational AI models to make them more accurate, ethical, and human-like. My work focuses on prompt crafting, response evaluation, and ensuring contextual relevance and user-friendliness in AI interactions.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82828"/>
                </a:solidFill>
              </a:defRPr>
            </a:pPr>
            <a:r>
              <a:t>PROJECTS</a:t>
            </a:r>
          </a:p>
        </p:txBody>
      </p:sp>
      <p:sp>
        <p:nvSpPr>
          <p:cNvPr id="3" name="Content Placeholder 2"/>
          <p:cNvSpPr>
            <a:spLocks noGrp="1"/>
          </p:cNvSpPr>
          <p:nvPr>
            <p:ph idx="1"/>
          </p:nvPr>
        </p:nvSpPr>
        <p:spPr/>
        <p:txBody>
          <a:bodyPr/>
          <a:lstStyle/>
          <a:p>
            <a:pPr>
              <a:defRPr sz="1800">
                <a:solidFill>
                  <a:srgbClr val="3C3C3C"/>
                </a:solidFill>
              </a:defRPr>
            </a:pPr>
            <a:r>
              <a:t>Vision Chatbot - Computer Vision Application Developed and deployed chatbot with image captioning, object detection, and visual Q&amp;A. Achieved response times under 2 seconds for 50+ test images and deployed on Hugging Face Spaces with an interactive UI. FoodFinder.AI - NLP - Based Recipe &amp; Restaurant Recommendation Web App Developed and deployed an NLP web application using Python, Streamlit, Sentence-Transformers, Hugging Face Spaces with NLTK preprocessing and cosine similarity; processed 85MB+ recipe dataset in less than 30 seconds per query, improving match accuracy by 35% and achieving 90%+ relevance.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82828"/>
                </a:solidFill>
              </a:defRPr>
            </a:pPr>
            <a:r>
              <a:t>Technical Skills: Python (Pandas, NumPy, Scikit-learn, Matplotlib), R, SQL, MySQL, Tableau, Power BI,</a:t>
            </a:r>
          </a:p>
        </p:txBody>
      </p:sp>
      <p:sp>
        <p:nvSpPr>
          <p:cNvPr id="3" name="Content Placeholder 2"/>
          <p:cNvSpPr>
            <a:spLocks noGrp="1"/>
          </p:cNvSpPr>
          <p:nvPr>
            <p:ph idx="1"/>
          </p:nvPr>
        </p:nvSpPr>
        <p:spPr/>
        <p:txBody>
          <a:bodyPr/>
          <a:lstStyle/>
          <a:p>
            <a:pPr>
              <a:defRPr sz="1800">
                <a:solidFill>
                  <a:srgbClr val="3C3C3C"/>
                </a:solidFill>
              </a:defRPr>
            </a:pPr>
            <a:r>
              <a:t>Excel, Streamlit, Hugging Face, Git, GitHub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82828"/>
                </a:solidFill>
              </a:defRPr>
            </a:pPr>
            <a:r>
              <a:t>Freelancing Skills: Data Labeling &amp; Annotation (Text, Image, Video), AI Evaluation &amp; Feedback</a:t>
            </a:r>
          </a:p>
        </p:txBody>
      </p:sp>
      <p:sp>
        <p:nvSpPr>
          <p:cNvPr id="3" name="Content Placeholder 2"/>
          <p:cNvSpPr>
            <a:spLocks noGrp="1"/>
          </p:cNvSpPr>
          <p:nvPr>
            <p:ph idx="1"/>
          </p:nvPr>
        </p:nvSpPr>
        <p:spPr/>
        <p:txBody>
          <a:bodyPr/>
          <a:lstStyle/>
          <a:p>
            <a:pPr>
              <a:defRPr sz="1800">
                <a:solidFill>
                  <a:srgbClr val="3C3C3C"/>
                </a:solidFill>
              </a:defRPr>
            </a:pPr>
            <a:r>
              <a:t>(Generative AI / LLMs), Prompt Testing &amp; Model Output Review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82828"/>
                </a:solidFill>
              </a:defRPr>
            </a:pPr>
            <a:r>
              <a:t>EDUCATION</a:t>
            </a:r>
          </a:p>
        </p:txBody>
      </p:sp>
      <p:sp>
        <p:nvSpPr>
          <p:cNvPr id="3" name="Content Placeholder 2"/>
          <p:cNvSpPr>
            <a:spLocks noGrp="1"/>
          </p:cNvSpPr>
          <p:nvPr>
            <p:ph idx="1"/>
          </p:nvPr>
        </p:nvSpPr>
        <p:spPr/>
        <p:txBody>
          <a:bodyPr/>
          <a:lstStyle/>
          <a:p>
            <a:pPr>
              <a:defRPr sz="1800">
                <a:solidFill>
                  <a:srgbClr val="3C3C3C"/>
                </a:solidFill>
              </a:defRPr>
            </a:pPr>
            <a:r>
              <a:t>M.Sc. in Big Data Analytics - St. Xavier’s College, Ahmedabad (2024 - 2026) Coursework: Statistical Methods, Machine Learning, Data Mining, Big Data Tools, Econometrics B.Sc. in Information Technology - GLS University (2021 - 2024) Coursework: Artificial Intelligence, Machine Learning, Data Structures, DBMS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82828"/>
                </a:solidFill>
              </a:defRPr>
            </a:pPr>
            <a:r>
              <a:t>CERTIFICATIONS</a:t>
            </a:r>
          </a:p>
        </p:txBody>
      </p:sp>
      <p:sp>
        <p:nvSpPr>
          <p:cNvPr id="3" name="Content Placeholder 2"/>
          <p:cNvSpPr>
            <a:spLocks noGrp="1"/>
          </p:cNvSpPr>
          <p:nvPr>
            <p:ph idx="1"/>
          </p:nvPr>
        </p:nvSpPr>
        <p:spPr/>
        <p:txBody>
          <a:bodyPr/>
          <a:lstStyle/>
          <a:p>
            <a:pPr>
              <a:defRPr sz="1800">
                <a:solidFill>
                  <a:srgbClr val="3C3C3C"/>
                </a:solidFill>
              </a:defRPr>
            </a:pPr>
            <a:r>
              <a:t>Cisco - Data Analytics Essentials (2023): Covered foundations of data analysis, cleaning, and visualization. IBM - Data Analysis Using Python (2024): Applied Python libraries (Pandas, NumPy, Matplotlib) to real-world datasets.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82828"/>
                </a:solidFill>
              </a:defRPr>
            </a:pPr>
            <a:r>
              <a:t>Microsoft &amp; LinkedIn - Career Essentials in Data Analysis (2025): Gained skills in data analysis,</a:t>
            </a:r>
          </a:p>
        </p:txBody>
      </p:sp>
      <p:sp>
        <p:nvSpPr>
          <p:cNvPr id="3" name="Content Placeholder 2"/>
          <p:cNvSpPr>
            <a:spLocks noGrp="1"/>
          </p:cNvSpPr>
          <p:nvPr>
            <p:ph idx="1"/>
          </p:nvPr>
        </p:nvSpPr>
        <p:spPr/>
        <p:txBody>
          <a:bodyPr/>
          <a:lstStyle/>
          <a:p>
            <a:pPr>
              <a:defRPr sz="1800">
                <a:solidFill>
                  <a:srgbClr val="3C3C3C"/>
                </a:solidFill>
              </a:defRPr>
            </a:pPr>
            <a:r>
              <a:t>Excel, SQL, and data visualization for business decision-making.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